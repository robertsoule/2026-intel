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76"/>
  </p:normalViewPr>
  <p:slideViewPr>
    <p:cSldViewPr snapToGrid="0" snapToObjects="1">
      <p:cViewPr>
        <p:scale>
          <a:sx n="96" d="100"/>
          <a:sy n="96" d="100"/>
        </p:scale>
        <p:origin x="-48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B396A-0208-C345-81B5-9E5471F0E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4EFCEB-2763-464F-A2D2-1373360668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20210-7CC5-B942-91D8-25D87C3C0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CFFD4-2419-7142-95CC-710E3DBFCDBD}" type="datetimeFigureOut">
              <a:rPr lang="en-US" smtClean="0"/>
              <a:t>2/3/21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109E5-EE0F-544F-AEF2-7885811C0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120E6-2C9E-DF4A-9891-88985F9D2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F6161-CACC-E04E-AB70-FEDBFFA14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721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80710-CDA6-1A46-9D19-685A8C523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A82BE-B1B6-2A47-AEF3-1325D45AC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B3AE7-0A7A-A240-8F13-CA7EACD38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CFFD4-2419-7142-95CC-710E3DBFCDBD}" type="datetimeFigureOut">
              <a:rPr lang="en-US" smtClean="0"/>
              <a:t>2/3/21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E9D42-0CD7-2B46-8F66-A3239D9F1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5535D-A301-094B-B050-A1AA21889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F6161-CACC-E04E-AB70-FEDBFFA14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403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2FE1C-6A57-DC43-8EAA-8A6FE18FA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61F3A-B3E6-A944-B68C-83DA28400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9C21E-27E6-CC48-A8F2-D33EC26F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CFFD4-2419-7142-95CC-710E3DBFCDBD}" type="datetimeFigureOut">
              <a:rPr lang="en-US" smtClean="0"/>
              <a:t>2/3/21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A3EB9-580D-9C4B-9DCD-0043D452B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3030D-7B7F-0649-A772-428D68942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F6161-CACC-E04E-AB70-FEDBFFA14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86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E7A6D-1B0A-B949-BED5-3839C5188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6A6C1-DA32-8A46-8BBB-70442B9FC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BE536-30DB-1741-A31F-6D258829E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C95F57-57C7-0849-80B2-17BEAFDDC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CFFD4-2419-7142-95CC-710E3DBFCDBD}" type="datetimeFigureOut">
              <a:rPr lang="en-US" smtClean="0"/>
              <a:t>2/3/21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3C0D2-F39A-4B42-9FCE-106F048FE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92570-80A5-754A-9E1A-C0EE87A17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F6161-CACC-E04E-AB70-FEDBFFA14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675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189A4-5E08-7F4A-9203-2E012309A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1C0D6-249D-CC4B-986D-7CF65FDBD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EFC37-2572-D943-940B-F884CC728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0FA8A8-13EC-CA46-AEC1-42864B27C0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1E0254-C9FB-A54D-9A17-6286E6966F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49D150-37F7-474B-A012-8AD144132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CFFD4-2419-7142-95CC-710E3DBFCDBD}" type="datetimeFigureOut">
              <a:rPr lang="en-US" smtClean="0"/>
              <a:t>2/3/21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D5341B-4C87-2F49-AED6-CD93E203F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A7841B-3B0A-6246-8F66-E3A8A5612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F6161-CACC-E04E-AB70-FEDBFFA14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68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A1DB-C8B0-F34B-BB86-3217F35F6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1A4632-AB8A-8C41-8DE1-59953DA87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CFFD4-2419-7142-95CC-710E3DBFCDBD}" type="datetimeFigureOut">
              <a:rPr lang="en-US" smtClean="0"/>
              <a:t>2/3/21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5CA621-6A91-184D-B8DC-8630D0236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BCD925-F995-624E-8F61-17396FEF2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F6161-CACC-E04E-AB70-FEDBFFA14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731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3C95AB-200B-954C-92B0-75637FCBD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CFFD4-2419-7142-95CC-710E3DBFCDBD}" type="datetimeFigureOut">
              <a:rPr lang="en-US" smtClean="0"/>
              <a:t>2/3/21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7FC880-FD0F-654E-9757-9B80AB774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51A3A-414E-984C-897D-1DB5A918B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F6161-CACC-E04E-AB70-FEDBFFA14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032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2EC15-12F0-C949-9A5A-0459CC831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BFC57-196D-8E49-8B2C-08BAB546A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0CD3A-4483-CF4C-B6C8-989AE5AD94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95235-B2E8-1E42-B701-3EA3CC1C5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CFFD4-2419-7142-95CC-710E3DBFCDBD}" type="datetimeFigureOut">
              <a:rPr lang="en-US" smtClean="0"/>
              <a:t>2/3/21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C9BB2-DA30-634D-A8FA-170DD1985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168697-5779-7D4C-84BE-DEEA87B3F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F6161-CACC-E04E-AB70-FEDBFFA14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64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8F681-B9ED-824D-9D03-4297C68CB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F1C9BC-6509-0D4D-A097-5C860D959B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75A4E8-E48C-5B43-9165-F59A93484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90CCF7-01FB-3948-925A-BBC1F7158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CFFD4-2419-7142-95CC-710E3DBFCDBD}" type="datetimeFigureOut">
              <a:rPr lang="en-US" smtClean="0"/>
              <a:t>2/3/21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4115F-832B-8547-8A0D-E791DB1F1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634E5-D9D2-AE4D-8406-2C57DC459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F6161-CACC-E04E-AB70-FEDBFFA14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982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2FD6A-EFA1-4443-870E-01C2A4490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AA606-C2D1-E248-ADEB-337B9F185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84096-5EF0-344A-A35C-7399EC8B5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CFFD4-2419-7142-95CC-710E3DBFCDBD}" type="datetimeFigureOut">
              <a:rPr lang="en-US" smtClean="0"/>
              <a:t>2/3/21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9FD99-22FA-6845-B6FE-B1154EB6D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6BE94-8CE9-1241-B6F7-86FD03610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F6161-CACC-E04E-AB70-FEDBFFA14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137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2F0215-11C7-EE4F-B1C4-AB53FCA031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A030CB-FDFC-5647-89C1-A2CBADB00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BD76E-E45B-6E4E-915C-59F272ECD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CFFD4-2419-7142-95CC-710E3DBFCDBD}" type="datetimeFigureOut">
              <a:rPr lang="en-US" smtClean="0"/>
              <a:t>2/3/21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1D9B3-A7B7-C447-AC4A-B798370DB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A2D94-71A6-444E-8BBB-EFAB2C513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F6161-CACC-E04E-AB70-FEDBFFA14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695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4963CC-B9FD-9D49-B83F-58521796E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F0164-E595-014E-8D7F-C1D4735D2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CE30F-A8BC-EB42-A1F4-3CB7B9B7E1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CFFD4-2419-7142-95CC-710E3DBFCDBD}" type="datetimeFigureOut">
              <a:rPr lang="en-US" smtClean="0"/>
              <a:t>2/3/21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798AB-2A5A-A547-85C8-8685BAF8EC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364BE-B253-4C43-A583-EA2DF60FD0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0F6161-CACC-E04E-AB70-FEDBFFA14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70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8ADB9D78-822B-E643-B3BD-DE117EEF655E}"/>
              </a:ext>
            </a:extLst>
          </p:cNvPr>
          <p:cNvSpPr/>
          <p:nvPr/>
        </p:nvSpPr>
        <p:spPr>
          <a:xfrm>
            <a:off x="1925209" y="2295798"/>
            <a:ext cx="5664311" cy="3791708"/>
          </a:xfrm>
          <a:prstGeom prst="roundRect">
            <a:avLst>
              <a:gd name="adj" fmla="val 4164"/>
            </a:avLst>
          </a:prstGeom>
          <a:solidFill>
            <a:schemeClr val="bg1"/>
          </a:solidFill>
          <a:ln w="6350">
            <a:solidFill>
              <a:schemeClr val="tx1">
                <a:lumMod val="95000"/>
                <a:lumOff val="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AC6EEE9C-9E5B-6A4D-B6F2-CBA8E1CD56DB}"/>
              </a:ext>
            </a:extLst>
          </p:cNvPr>
          <p:cNvSpPr/>
          <p:nvPr/>
        </p:nvSpPr>
        <p:spPr>
          <a:xfrm>
            <a:off x="3379816" y="2387237"/>
            <a:ext cx="4026823" cy="3638006"/>
          </a:xfrm>
          <a:prstGeom prst="roundRect">
            <a:avLst>
              <a:gd name="adj" fmla="val 2780"/>
            </a:avLst>
          </a:prstGeom>
          <a:solidFill>
            <a:schemeClr val="accent6">
              <a:lumMod val="20000"/>
              <a:lumOff val="80000"/>
            </a:schemeClr>
          </a:solidFill>
          <a:ln w="6350" cap="rnd">
            <a:noFill/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5BC3CB22-B5C2-D64C-8A45-CF5A10CA644B}"/>
              </a:ext>
            </a:extLst>
          </p:cNvPr>
          <p:cNvSpPr/>
          <p:nvPr/>
        </p:nvSpPr>
        <p:spPr>
          <a:xfrm>
            <a:off x="2623781" y="3036757"/>
            <a:ext cx="434624" cy="2396108"/>
          </a:xfrm>
          <a:prstGeom prst="roundRect">
            <a:avLst>
              <a:gd name="adj" fmla="val 2780"/>
            </a:avLst>
          </a:prstGeom>
          <a:solidFill>
            <a:schemeClr val="accent3">
              <a:lumMod val="20000"/>
              <a:lumOff val="80000"/>
            </a:schemeClr>
          </a:solidFill>
          <a:ln w="6350" cap="rnd">
            <a:noFill/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ounded Rectangle 135">
            <a:extLst>
              <a:ext uri="{FF2B5EF4-FFF2-40B4-BE49-F238E27FC236}">
                <a16:creationId xmlns:a16="http://schemas.microsoft.com/office/drawing/2014/main" id="{195C0F3B-B96F-0C4C-ADFA-DA54CA1B92A3}"/>
              </a:ext>
            </a:extLst>
          </p:cNvPr>
          <p:cNvSpPr/>
          <p:nvPr/>
        </p:nvSpPr>
        <p:spPr>
          <a:xfrm>
            <a:off x="1859149" y="2875051"/>
            <a:ext cx="119066" cy="266514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692FFF82-AB43-3A48-9FC9-4BBDF54D6741}"/>
              </a:ext>
            </a:extLst>
          </p:cNvPr>
          <p:cNvCxnSpPr>
            <a:cxnSpLocks/>
          </p:cNvCxnSpPr>
          <p:nvPr/>
        </p:nvCxnSpPr>
        <p:spPr>
          <a:xfrm flipH="1" flipV="1">
            <a:off x="1759043" y="4906799"/>
            <a:ext cx="344180" cy="134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stealth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2BD445C3-C88F-514F-9309-73A47B883895}"/>
              </a:ext>
            </a:extLst>
          </p:cNvPr>
          <p:cNvSpPr txBox="1"/>
          <p:nvPr/>
        </p:nvSpPr>
        <p:spPr>
          <a:xfrm>
            <a:off x="2222938" y="234524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  <a:cs typeface="Consolas" panose="020B0609020204030204" pitchFamily="49" charset="0"/>
              </a:rPr>
              <a:t>NIC</a:t>
            </a:r>
            <a:endParaRPr lang="en-US" sz="4800" b="1" dirty="0">
              <a:latin typeface="Courier" pitchFamily="2" charset="0"/>
              <a:cs typeface="Consolas" panose="020B0609020204030204" pitchFamily="49" charset="0"/>
            </a:endParaRP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1DFFDEED-569B-D04B-99F0-8CD1C4C8A862}"/>
              </a:ext>
            </a:extLst>
          </p:cNvPr>
          <p:cNvCxnSpPr>
            <a:cxnSpLocks/>
          </p:cNvCxnSpPr>
          <p:nvPr/>
        </p:nvCxnSpPr>
        <p:spPr>
          <a:xfrm>
            <a:off x="1743690" y="3774934"/>
            <a:ext cx="880100" cy="114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stealth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0A33AE03-2905-D541-ADD9-CA37C3AA9916}"/>
              </a:ext>
            </a:extLst>
          </p:cNvPr>
          <p:cNvSpPr txBox="1"/>
          <p:nvPr/>
        </p:nvSpPr>
        <p:spPr>
          <a:xfrm rot="16200000">
            <a:off x="1972416" y="4128893"/>
            <a:ext cx="17373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ourier" pitchFamily="2" charset="0"/>
              </a:rPr>
              <a:t>Transport</a:t>
            </a:r>
            <a:endParaRPr lang="en-US" b="1" dirty="0">
              <a:latin typeface="Courier" pitchFamily="2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5C4729C0-AB12-1544-A62F-673D177D3C4C}"/>
              </a:ext>
            </a:extLst>
          </p:cNvPr>
          <p:cNvSpPr/>
          <p:nvPr/>
        </p:nvSpPr>
        <p:spPr>
          <a:xfrm>
            <a:off x="3494969" y="2748747"/>
            <a:ext cx="3785941" cy="815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 cap="rnd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64708DCF-7032-9245-89C7-BD8D32C6AED9}"/>
              </a:ext>
            </a:extLst>
          </p:cNvPr>
          <p:cNvSpPr txBox="1"/>
          <p:nvPr/>
        </p:nvSpPr>
        <p:spPr>
          <a:xfrm>
            <a:off x="4194811" y="2728980"/>
            <a:ext cx="262187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>
                <a:latin typeface="Courier" pitchFamily="2" charset="0"/>
              </a:rPr>
              <a:t>Serialization Pipeline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146C17F1-CD76-8D40-BE67-43880EAE3C13}"/>
              </a:ext>
            </a:extLst>
          </p:cNvPr>
          <p:cNvSpPr/>
          <p:nvPr/>
        </p:nvSpPr>
        <p:spPr>
          <a:xfrm>
            <a:off x="3494969" y="3700468"/>
            <a:ext cx="3785941" cy="14171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 cap="rnd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3F6D8F3-B6F0-2941-B507-ADA31FB8FF4A}"/>
              </a:ext>
            </a:extLst>
          </p:cNvPr>
          <p:cNvSpPr txBox="1"/>
          <p:nvPr/>
        </p:nvSpPr>
        <p:spPr>
          <a:xfrm>
            <a:off x="4049043" y="3700468"/>
            <a:ext cx="273968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>
                <a:latin typeface="Courier" pitchFamily="2" charset="0"/>
              </a:rPr>
              <a:t>Deserialization Pipeline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9245A62-0500-5044-A92B-D7400338D7BF}"/>
              </a:ext>
            </a:extLst>
          </p:cNvPr>
          <p:cNvSpPr/>
          <p:nvPr/>
        </p:nvSpPr>
        <p:spPr>
          <a:xfrm>
            <a:off x="6094534" y="3065856"/>
            <a:ext cx="914400" cy="41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urier" pitchFamily="2" charset="0"/>
              </a:rPr>
              <a:t>Mem Reader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A9CC29C0-6BAA-1A4B-AF56-18B2EE0A903A}"/>
              </a:ext>
            </a:extLst>
          </p:cNvPr>
          <p:cNvSpPr/>
          <p:nvPr/>
        </p:nvSpPr>
        <p:spPr>
          <a:xfrm>
            <a:off x="4870152" y="3061478"/>
            <a:ext cx="914400" cy="41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urier" pitchFamily="2" charset="0"/>
              </a:rPr>
              <a:t>Encoder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DA48161B-7EC3-E640-86D1-6CDCA4E2481C}"/>
              </a:ext>
            </a:extLst>
          </p:cNvPr>
          <p:cNvSpPr/>
          <p:nvPr/>
        </p:nvSpPr>
        <p:spPr>
          <a:xfrm>
            <a:off x="3645770" y="3067166"/>
            <a:ext cx="914400" cy="41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urier" pitchFamily="2" charset="0"/>
              </a:rPr>
              <a:t>Merger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3EBFBDB2-6221-D14D-9F9C-E7EB5E224B1A}"/>
              </a:ext>
            </a:extLst>
          </p:cNvPr>
          <p:cNvSpPr/>
          <p:nvPr/>
        </p:nvSpPr>
        <p:spPr>
          <a:xfrm>
            <a:off x="3645770" y="4022122"/>
            <a:ext cx="914400" cy="41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urier" pitchFamily="2" charset="0"/>
              </a:rPr>
              <a:t>Parser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7B5A0F9-3FEE-8F41-8D3F-4AA369557F2F}"/>
              </a:ext>
            </a:extLst>
          </p:cNvPr>
          <p:cNvSpPr/>
          <p:nvPr/>
        </p:nvSpPr>
        <p:spPr>
          <a:xfrm>
            <a:off x="4870152" y="4022122"/>
            <a:ext cx="914400" cy="41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urier" pitchFamily="2" charset="0"/>
              </a:rPr>
              <a:t>Decoder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E31B1A0C-B1D6-DF45-B6FC-2FAFB59F973B}"/>
              </a:ext>
            </a:extLst>
          </p:cNvPr>
          <p:cNvSpPr/>
          <p:nvPr/>
        </p:nvSpPr>
        <p:spPr>
          <a:xfrm>
            <a:off x="6094534" y="4022122"/>
            <a:ext cx="914400" cy="41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urier" pitchFamily="2" charset="0"/>
              </a:rPr>
              <a:t>Mem Writer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0E939E6-554A-2B4D-972B-C13BF704FAFB}"/>
              </a:ext>
            </a:extLst>
          </p:cNvPr>
          <p:cNvSpPr/>
          <p:nvPr/>
        </p:nvSpPr>
        <p:spPr>
          <a:xfrm>
            <a:off x="3645770" y="4584945"/>
            <a:ext cx="914400" cy="41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latin typeface="Courier" pitchFamily="2" charset="0"/>
              </a:rPr>
              <a:t>Msg</a:t>
            </a:r>
            <a:r>
              <a:rPr lang="en-US" sz="1200" b="1" dirty="0">
                <a:latin typeface="Courier" pitchFamily="2" charset="0"/>
              </a:rPr>
              <a:t> </a:t>
            </a:r>
            <a:r>
              <a:rPr lang="en-US" sz="1200" b="1" dirty="0" err="1">
                <a:latin typeface="Courier" pitchFamily="2" charset="0"/>
              </a:rPr>
              <a:t>Alloc</a:t>
            </a:r>
            <a:endParaRPr lang="en-US" sz="1200" b="1" dirty="0">
              <a:latin typeface="Courier" pitchFamily="2" charset="0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F0FD4774-E37B-8348-A7F1-64EDA42A8D52}"/>
              </a:ext>
            </a:extLst>
          </p:cNvPr>
          <p:cNvSpPr/>
          <p:nvPr/>
        </p:nvSpPr>
        <p:spPr>
          <a:xfrm>
            <a:off x="4257278" y="5393245"/>
            <a:ext cx="1056675" cy="487925"/>
          </a:xfrm>
          <a:prstGeom prst="rect">
            <a:avLst/>
          </a:prstGeom>
          <a:pattFill prst="lgGrid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ourier" pitchFamily="2" charset="0"/>
              </a:rPr>
              <a:t>Schema Memory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9B2DE98A-0767-1148-8575-80966E15D66A}"/>
              </a:ext>
            </a:extLst>
          </p:cNvPr>
          <p:cNvSpPr txBox="1"/>
          <p:nvPr/>
        </p:nvSpPr>
        <p:spPr>
          <a:xfrm>
            <a:off x="4377401" y="2329989"/>
            <a:ext cx="20535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Courier" pitchFamily="2" charset="0"/>
              </a:rPr>
              <a:t>Zerializer</a:t>
            </a:r>
            <a:endParaRPr lang="en-US" sz="1600" b="1" dirty="0">
              <a:latin typeface="Courier" pitchFamily="2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E2DE921D-3471-C04B-8778-95C267C90991}"/>
              </a:ext>
            </a:extLst>
          </p:cNvPr>
          <p:cNvSpPr/>
          <p:nvPr/>
        </p:nvSpPr>
        <p:spPr>
          <a:xfrm>
            <a:off x="6048133" y="5485829"/>
            <a:ext cx="1232777" cy="2946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urier" pitchFamily="2" charset="0"/>
              </a:rPr>
              <a:t>Ctrl </a:t>
            </a:r>
            <a:r>
              <a:rPr lang="en-US" sz="1200" b="1" dirty="0" err="1">
                <a:latin typeface="Courier" pitchFamily="2" charset="0"/>
              </a:rPr>
              <a:t>Regs</a:t>
            </a:r>
            <a:endParaRPr lang="en-US" sz="1200" b="1" dirty="0">
              <a:latin typeface="Courier" pitchFamily="2" charset="0"/>
            </a:endParaRPr>
          </a:p>
        </p:txBody>
      </p:sp>
      <p:sp>
        <p:nvSpPr>
          <p:cNvPr id="155" name="Rounded Rectangle 154">
            <a:extLst>
              <a:ext uri="{FF2B5EF4-FFF2-40B4-BE49-F238E27FC236}">
                <a16:creationId xmlns:a16="http://schemas.microsoft.com/office/drawing/2014/main" id="{96A9938D-182B-374A-BAEB-CBB4830A6DD1}"/>
              </a:ext>
            </a:extLst>
          </p:cNvPr>
          <p:cNvSpPr/>
          <p:nvPr/>
        </p:nvSpPr>
        <p:spPr>
          <a:xfrm>
            <a:off x="7917840" y="2295798"/>
            <a:ext cx="2123871" cy="2681584"/>
          </a:xfrm>
          <a:prstGeom prst="roundRect">
            <a:avLst>
              <a:gd name="adj" fmla="val 2780"/>
            </a:avLst>
          </a:prstGeom>
          <a:solidFill>
            <a:schemeClr val="accent3">
              <a:lumMod val="20000"/>
              <a:lumOff val="80000"/>
            </a:schemeClr>
          </a:solidFill>
          <a:ln w="6350" cap="rnd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0D93C504-C9DD-6F40-A38B-35B2A17591BC}"/>
              </a:ext>
            </a:extLst>
          </p:cNvPr>
          <p:cNvSpPr txBox="1"/>
          <p:nvPr/>
        </p:nvSpPr>
        <p:spPr>
          <a:xfrm>
            <a:off x="8586865" y="2264455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Courier" pitchFamily="2" charset="0"/>
                <a:cs typeface="Consolas" panose="020B0609020204030204" pitchFamily="49" charset="0"/>
              </a:rPr>
              <a:t>Memory</a:t>
            </a:r>
            <a:endParaRPr lang="en-US" sz="4000" b="1" dirty="0">
              <a:latin typeface="Courier" pitchFamily="2" charset="0"/>
              <a:cs typeface="Consolas" panose="020B0609020204030204" pitchFamily="49" charset="0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929C3F52-B139-8B41-9CF8-582AB4940A8C}"/>
              </a:ext>
            </a:extLst>
          </p:cNvPr>
          <p:cNvSpPr/>
          <p:nvPr/>
        </p:nvSpPr>
        <p:spPr>
          <a:xfrm>
            <a:off x="8087002" y="2856947"/>
            <a:ext cx="914400" cy="8159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ourier" pitchFamily="2" charset="0"/>
              </a:rPr>
              <a:t>TX Arena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C01F34FE-10BD-FC47-993F-DF7271DFC73A}"/>
              </a:ext>
            </a:extLst>
          </p:cNvPr>
          <p:cNvSpPr/>
          <p:nvPr/>
        </p:nvSpPr>
        <p:spPr>
          <a:xfrm>
            <a:off x="8041030" y="2795725"/>
            <a:ext cx="914400" cy="8159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ourier" pitchFamily="2" charset="0"/>
              </a:rPr>
              <a:t>TX Arena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6F5A730F-D6B2-DF4B-A00C-443726C6D602}"/>
              </a:ext>
            </a:extLst>
          </p:cNvPr>
          <p:cNvSpPr/>
          <p:nvPr/>
        </p:nvSpPr>
        <p:spPr>
          <a:xfrm>
            <a:off x="7987462" y="2748748"/>
            <a:ext cx="914400" cy="8159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798A69A3-DD9E-0849-965A-10CC17A89802}"/>
              </a:ext>
            </a:extLst>
          </p:cNvPr>
          <p:cNvSpPr/>
          <p:nvPr/>
        </p:nvSpPr>
        <p:spPr>
          <a:xfrm>
            <a:off x="8092066" y="3917648"/>
            <a:ext cx="914400" cy="8159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ourier" pitchFamily="2" charset="0"/>
              </a:rPr>
              <a:t>TX Arena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FA095A5F-F24F-CC48-839E-555F54084DDE}"/>
              </a:ext>
            </a:extLst>
          </p:cNvPr>
          <p:cNvSpPr/>
          <p:nvPr/>
        </p:nvSpPr>
        <p:spPr>
          <a:xfrm>
            <a:off x="8046094" y="3856426"/>
            <a:ext cx="914400" cy="8159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ourier" pitchFamily="2" charset="0"/>
              </a:rPr>
              <a:t>TX Arena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DD35070E-8793-BF45-A456-6C4232FD2CAB}"/>
              </a:ext>
            </a:extLst>
          </p:cNvPr>
          <p:cNvSpPr/>
          <p:nvPr/>
        </p:nvSpPr>
        <p:spPr>
          <a:xfrm>
            <a:off x="7992526" y="3809449"/>
            <a:ext cx="914400" cy="8159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tx1"/>
              </a:solidFill>
              <a:latin typeface="Courier" pitchFamily="2" charset="0"/>
            </a:endParaRP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4E03C6FC-BC86-2142-BCF1-F01633294DB6}"/>
              </a:ext>
            </a:extLst>
          </p:cNvPr>
          <p:cNvCxnSpPr/>
          <p:nvPr/>
        </p:nvCxnSpPr>
        <p:spPr>
          <a:xfrm flipH="1">
            <a:off x="7008934" y="3257169"/>
            <a:ext cx="9785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2C9A1C89-5544-BA4E-B295-77866939D8A6}"/>
              </a:ext>
            </a:extLst>
          </p:cNvPr>
          <p:cNvCxnSpPr>
            <a:cxnSpLocks/>
            <a:stCxn id="145" idx="1"/>
            <a:endCxn id="146" idx="3"/>
          </p:cNvCxnSpPr>
          <p:nvPr/>
        </p:nvCxnSpPr>
        <p:spPr>
          <a:xfrm flipH="1" flipV="1">
            <a:off x="5784552" y="3266944"/>
            <a:ext cx="309982" cy="43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C312FEA5-31C4-254C-9968-D21C1BBEC561}"/>
              </a:ext>
            </a:extLst>
          </p:cNvPr>
          <p:cNvCxnSpPr>
            <a:cxnSpLocks/>
            <a:stCxn id="146" idx="1"/>
            <a:endCxn id="147" idx="3"/>
          </p:cNvCxnSpPr>
          <p:nvPr/>
        </p:nvCxnSpPr>
        <p:spPr>
          <a:xfrm flipH="1">
            <a:off x="4560170" y="3266944"/>
            <a:ext cx="309982" cy="56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CE878C52-573A-1D42-8A0A-FCF4D40B84AD}"/>
              </a:ext>
            </a:extLst>
          </p:cNvPr>
          <p:cNvCxnSpPr>
            <a:cxnSpLocks/>
          </p:cNvCxnSpPr>
          <p:nvPr/>
        </p:nvCxnSpPr>
        <p:spPr>
          <a:xfrm flipH="1">
            <a:off x="3051177" y="3279172"/>
            <a:ext cx="59459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E5657434-7F29-9F4A-BD88-906572453A20}"/>
              </a:ext>
            </a:extLst>
          </p:cNvPr>
          <p:cNvCxnSpPr>
            <a:cxnSpLocks/>
          </p:cNvCxnSpPr>
          <p:nvPr/>
        </p:nvCxnSpPr>
        <p:spPr>
          <a:xfrm flipH="1" flipV="1">
            <a:off x="2284885" y="4908588"/>
            <a:ext cx="344180" cy="134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Rectangle 173">
            <a:extLst>
              <a:ext uri="{FF2B5EF4-FFF2-40B4-BE49-F238E27FC236}">
                <a16:creationId xmlns:a16="http://schemas.microsoft.com/office/drawing/2014/main" id="{AEAE0531-F360-1F4E-A0BB-4600B7B47668}"/>
              </a:ext>
            </a:extLst>
          </p:cNvPr>
          <p:cNvSpPr/>
          <p:nvPr/>
        </p:nvSpPr>
        <p:spPr>
          <a:xfrm rot="16200000">
            <a:off x="1270804" y="4041009"/>
            <a:ext cx="2037998" cy="37315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Ethernet MAC + Serial IO</a:t>
            </a:r>
          </a:p>
        </p:txBody>
      </p: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0C3E31ED-2AE4-B041-9B90-0984E64A2B06}"/>
              </a:ext>
            </a:extLst>
          </p:cNvPr>
          <p:cNvCxnSpPr>
            <a:cxnSpLocks/>
          </p:cNvCxnSpPr>
          <p:nvPr/>
        </p:nvCxnSpPr>
        <p:spPr>
          <a:xfrm flipH="1">
            <a:off x="3058405" y="4252130"/>
            <a:ext cx="594592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3B00B182-C1C8-C846-97F1-543E8CDC4497}"/>
              </a:ext>
            </a:extLst>
          </p:cNvPr>
          <p:cNvCxnSpPr>
            <a:cxnSpLocks/>
            <a:stCxn id="149" idx="1"/>
            <a:endCxn id="148" idx="3"/>
          </p:cNvCxnSpPr>
          <p:nvPr/>
        </p:nvCxnSpPr>
        <p:spPr>
          <a:xfrm flipH="1">
            <a:off x="4560170" y="4227588"/>
            <a:ext cx="309982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A7BBEA64-3EE0-4B43-A61C-1B96DB77B2B3}"/>
              </a:ext>
            </a:extLst>
          </p:cNvPr>
          <p:cNvCxnSpPr>
            <a:cxnSpLocks/>
            <a:stCxn id="150" idx="1"/>
            <a:endCxn id="149" idx="3"/>
          </p:cNvCxnSpPr>
          <p:nvPr/>
        </p:nvCxnSpPr>
        <p:spPr>
          <a:xfrm flipH="1">
            <a:off x="5784552" y="4227588"/>
            <a:ext cx="309982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19A842F1-E633-5345-8A8A-F594E7CBE853}"/>
              </a:ext>
            </a:extLst>
          </p:cNvPr>
          <p:cNvCxnSpPr>
            <a:cxnSpLocks/>
            <a:endCxn id="150" idx="3"/>
          </p:cNvCxnSpPr>
          <p:nvPr/>
        </p:nvCxnSpPr>
        <p:spPr>
          <a:xfrm flipH="1" flipV="1">
            <a:off x="7008934" y="4227588"/>
            <a:ext cx="985577" cy="8138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A73CB83D-1A79-B546-8249-3188F2FA1761}"/>
              </a:ext>
            </a:extLst>
          </p:cNvPr>
          <p:cNvCxnSpPr>
            <a:cxnSpLocks/>
            <a:stCxn id="151" idx="0"/>
            <a:endCxn id="148" idx="2"/>
          </p:cNvCxnSpPr>
          <p:nvPr/>
        </p:nvCxnSpPr>
        <p:spPr>
          <a:xfrm flipV="1">
            <a:off x="4102970" y="4433054"/>
            <a:ext cx="0" cy="151891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lbow Connector 179">
            <a:extLst>
              <a:ext uri="{FF2B5EF4-FFF2-40B4-BE49-F238E27FC236}">
                <a16:creationId xmlns:a16="http://schemas.microsoft.com/office/drawing/2014/main" id="{5808E9D8-C802-3C4D-9D10-BD273F45F6E7}"/>
              </a:ext>
            </a:extLst>
          </p:cNvPr>
          <p:cNvCxnSpPr>
            <a:cxnSpLocks/>
            <a:endCxn id="150" idx="2"/>
          </p:cNvCxnSpPr>
          <p:nvPr/>
        </p:nvCxnSpPr>
        <p:spPr>
          <a:xfrm flipV="1">
            <a:off x="4560170" y="4433054"/>
            <a:ext cx="1991564" cy="34747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4F61E69-86E8-C846-A5D6-3C4718E591B2}"/>
              </a:ext>
            </a:extLst>
          </p:cNvPr>
          <p:cNvSpPr txBox="1"/>
          <p:nvPr/>
        </p:nvSpPr>
        <p:spPr>
          <a:xfrm>
            <a:off x="9044127" y="2554617"/>
            <a:ext cx="935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Courier" pitchFamily="2" charset="0"/>
              </a:rPr>
              <a:t>TX </a:t>
            </a:r>
            <a:r>
              <a:rPr lang="en-US" sz="1200" b="1" dirty="0" err="1">
                <a:latin typeface="Courier" pitchFamily="2" charset="0"/>
              </a:rPr>
              <a:t>Desc</a:t>
            </a:r>
            <a:r>
              <a:rPr lang="en-US" sz="1200" b="1" dirty="0">
                <a:latin typeface="Courier" pitchFamily="2" charset="0"/>
              </a:rPr>
              <a:t>.</a:t>
            </a:r>
          </a:p>
          <a:p>
            <a:pPr algn="ctr"/>
            <a:r>
              <a:rPr lang="en-US" sz="1200" b="1" dirty="0">
                <a:latin typeface="Courier" pitchFamily="2" charset="0"/>
              </a:rPr>
              <a:t>Rings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D9E807A-FCD3-4E42-8B69-A6BF638D315D}"/>
              </a:ext>
            </a:extLst>
          </p:cNvPr>
          <p:cNvSpPr txBox="1"/>
          <p:nvPr/>
        </p:nvSpPr>
        <p:spPr>
          <a:xfrm>
            <a:off x="9044127" y="3623306"/>
            <a:ext cx="935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Courier" pitchFamily="2" charset="0"/>
              </a:rPr>
              <a:t>RX </a:t>
            </a:r>
            <a:r>
              <a:rPr lang="en-US" sz="1200" b="1" dirty="0" err="1">
                <a:latin typeface="Courier" pitchFamily="2" charset="0"/>
              </a:rPr>
              <a:t>Desc</a:t>
            </a:r>
            <a:r>
              <a:rPr lang="en-US" sz="1200" b="1" dirty="0">
                <a:latin typeface="Courier" pitchFamily="2" charset="0"/>
              </a:rPr>
              <a:t>.</a:t>
            </a:r>
          </a:p>
          <a:p>
            <a:pPr algn="ctr"/>
            <a:r>
              <a:rPr lang="en-US" sz="1200" b="1" dirty="0">
                <a:latin typeface="Courier" pitchFamily="2" charset="0"/>
              </a:rPr>
              <a:t>Rings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B1C48D0-D955-584C-8D67-414A5DADFBBC}"/>
              </a:ext>
            </a:extLst>
          </p:cNvPr>
          <p:cNvGrpSpPr/>
          <p:nvPr/>
        </p:nvGrpSpPr>
        <p:grpSpPr>
          <a:xfrm>
            <a:off x="9241173" y="3001603"/>
            <a:ext cx="596348" cy="559521"/>
            <a:chOff x="9223382" y="3113378"/>
            <a:chExt cx="596348" cy="559521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3215FAD4-E695-2D42-873F-9C5680523E37}"/>
                </a:ext>
              </a:extLst>
            </p:cNvPr>
            <p:cNvSpPr/>
            <p:nvPr/>
          </p:nvSpPr>
          <p:spPr>
            <a:xfrm>
              <a:off x="9223382" y="3113378"/>
              <a:ext cx="596348" cy="5595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A1DE3CB2-7D67-8245-A041-422C7258D123}"/>
                </a:ext>
              </a:extLst>
            </p:cNvPr>
            <p:cNvSpPr/>
            <p:nvPr/>
          </p:nvSpPr>
          <p:spPr>
            <a:xfrm>
              <a:off x="9369090" y="3243677"/>
              <a:ext cx="304931" cy="298921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8B811D3-3CF6-1040-87DB-A706E0A6696B}"/>
                </a:ext>
              </a:extLst>
            </p:cNvPr>
            <p:cNvCxnSpPr>
              <a:stCxn id="108" idx="0"/>
              <a:endCxn id="107" idx="0"/>
            </p:cNvCxnSpPr>
            <p:nvPr/>
          </p:nvCxnSpPr>
          <p:spPr>
            <a:xfrm flipV="1">
              <a:off x="9521556" y="3113378"/>
              <a:ext cx="0" cy="1302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65E8459-4DC0-7744-BF6C-1921842A52C1}"/>
                </a:ext>
              </a:extLst>
            </p:cNvPr>
            <p:cNvCxnSpPr>
              <a:cxnSpLocks/>
              <a:stCxn id="108" idx="7"/>
              <a:endCxn id="107" idx="7"/>
            </p:cNvCxnSpPr>
            <p:nvPr/>
          </p:nvCxnSpPr>
          <p:spPr>
            <a:xfrm flipV="1">
              <a:off x="9629365" y="3195318"/>
              <a:ext cx="103032" cy="921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402CAB2-A961-204F-AA55-05B6402BFCFC}"/>
                </a:ext>
              </a:extLst>
            </p:cNvPr>
            <p:cNvCxnSpPr>
              <a:cxnSpLocks/>
              <a:stCxn id="108" idx="6"/>
              <a:endCxn id="107" idx="6"/>
            </p:cNvCxnSpPr>
            <p:nvPr/>
          </p:nvCxnSpPr>
          <p:spPr>
            <a:xfrm>
              <a:off x="9674021" y="3393138"/>
              <a:ext cx="145709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071A7746-F2A6-7E41-BB9C-A474B3F87ECA}"/>
                </a:ext>
              </a:extLst>
            </p:cNvPr>
            <p:cNvCxnSpPr>
              <a:cxnSpLocks/>
              <a:stCxn id="108" idx="5"/>
              <a:endCxn id="107" idx="5"/>
            </p:cNvCxnSpPr>
            <p:nvPr/>
          </p:nvCxnSpPr>
          <p:spPr>
            <a:xfrm>
              <a:off x="9629365" y="3498822"/>
              <a:ext cx="103032" cy="921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956EE549-8CA2-2145-87FD-9FE91CE1C091}"/>
                </a:ext>
              </a:extLst>
            </p:cNvPr>
            <p:cNvCxnSpPr>
              <a:cxnSpLocks/>
              <a:stCxn id="108" idx="4"/>
              <a:endCxn id="107" idx="4"/>
            </p:cNvCxnSpPr>
            <p:nvPr/>
          </p:nvCxnSpPr>
          <p:spPr>
            <a:xfrm>
              <a:off x="9521556" y="3542598"/>
              <a:ext cx="0" cy="1303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8EE5F2EB-11F4-A64F-8328-A172D33CDD4D}"/>
                </a:ext>
              </a:extLst>
            </p:cNvPr>
            <p:cNvCxnSpPr>
              <a:cxnSpLocks/>
              <a:stCxn id="108" idx="3"/>
              <a:endCxn id="107" idx="3"/>
            </p:cNvCxnSpPr>
            <p:nvPr/>
          </p:nvCxnSpPr>
          <p:spPr>
            <a:xfrm flipH="1">
              <a:off x="9310715" y="3498822"/>
              <a:ext cx="103031" cy="921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981B367-04CA-2148-89AF-4C9E6A1855CF}"/>
                </a:ext>
              </a:extLst>
            </p:cNvPr>
            <p:cNvCxnSpPr>
              <a:cxnSpLocks/>
              <a:stCxn id="108" idx="2"/>
              <a:endCxn id="107" idx="2"/>
            </p:cNvCxnSpPr>
            <p:nvPr/>
          </p:nvCxnSpPr>
          <p:spPr>
            <a:xfrm flipH="1">
              <a:off x="9223382" y="3393138"/>
              <a:ext cx="145708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7492F1E-A1BB-314F-8D0C-7E6B02F66548}"/>
                </a:ext>
              </a:extLst>
            </p:cNvPr>
            <p:cNvCxnSpPr>
              <a:cxnSpLocks/>
              <a:stCxn id="108" idx="1"/>
              <a:endCxn id="107" idx="1"/>
            </p:cNvCxnSpPr>
            <p:nvPr/>
          </p:nvCxnSpPr>
          <p:spPr>
            <a:xfrm flipH="1" flipV="1">
              <a:off x="9310715" y="3195318"/>
              <a:ext cx="103031" cy="921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E9D617D3-7CEC-214E-BCBE-BEE0754D0E24}"/>
              </a:ext>
            </a:extLst>
          </p:cNvPr>
          <p:cNvGrpSpPr/>
          <p:nvPr/>
        </p:nvGrpSpPr>
        <p:grpSpPr>
          <a:xfrm>
            <a:off x="9177387" y="2999411"/>
            <a:ext cx="596348" cy="559521"/>
            <a:chOff x="9223382" y="3113378"/>
            <a:chExt cx="596348" cy="559521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DB05A812-E9C6-454E-88E8-40549D7A7123}"/>
                </a:ext>
              </a:extLst>
            </p:cNvPr>
            <p:cNvSpPr/>
            <p:nvPr/>
          </p:nvSpPr>
          <p:spPr>
            <a:xfrm>
              <a:off x="9223382" y="3113378"/>
              <a:ext cx="596348" cy="5595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F32B1BB-DC93-1C46-A3A1-6DE1DCB36BE6}"/>
                </a:ext>
              </a:extLst>
            </p:cNvPr>
            <p:cNvSpPr/>
            <p:nvPr/>
          </p:nvSpPr>
          <p:spPr>
            <a:xfrm>
              <a:off x="9369090" y="3243677"/>
              <a:ext cx="304931" cy="298921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3E136F7-FCBE-7E45-8DA3-9547EF06442B}"/>
                </a:ext>
              </a:extLst>
            </p:cNvPr>
            <p:cNvCxnSpPr>
              <a:stCxn id="97" idx="0"/>
              <a:endCxn id="96" idx="0"/>
            </p:cNvCxnSpPr>
            <p:nvPr/>
          </p:nvCxnSpPr>
          <p:spPr>
            <a:xfrm flipV="1">
              <a:off x="9521556" y="3113378"/>
              <a:ext cx="0" cy="1302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0D39DC23-5C81-0E42-BAFF-2E25A29394B0}"/>
                </a:ext>
              </a:extLst>
            </p:cNvPr>
            <p:cNvCxnSpPr>
              <a:cxnSpLocks/>
              <a:stCxn id="97" idx="7"/>
              <a:endCxn id="96" idx="7"/>
            </p:cNvCxnSpPr>
            <p:nvPr/>
          </p:nvCxnSpPr>
          <p:spPr>
            <a:xfrm flipV="1">
              <a:off x="9629365" y="3195318"/>
              <a:ext cx="103032" cy="921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D5293F25-6BE6-B945-B278-D76C0A9277B1}"/>
                </a:ext>
              </a:extLst>
            </p:cNvPr>
            <p:cNvCxnSpPr>
              <a:cxnSpLocks/>
              <a:stCxn id="97" idx="6"/>
              <a:endCxn id="96" idx="6"/>
            </p:cNvCxnSpPr>
            <p:nvPr/>
          </p:nvCxnSpPr>
          <p:spPr>
            <a:xfrm>
              <a:off x="9674021" y="3393138"/>
              <a:ext cx="145709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E4DF0ED5-45A9-254D-8131-8BBC7FCB7202}"/>
                </a:ext>
              </a:extLst>
            </p:cNvPr>
            <p:cNvCxnSpPr>
              <a:cxnSpLocks/>
              <a:stCxn id="97" idx="5"/>
              <a:endCxn id="96" idx="5"/>
            </p:cNvCxnSpPr>
            <p:nvPr/>
          </p:nvCxnSpPr>
          <p:spPr>
            <a:xfrm>
              <a:off x="9629365" y="3498822"/>
              <a:ext cx="103032" cy="921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075919F3-2145-3E44-8264-7CE385243C87}"/>
                </a:ext>
              </a:extLst>
            </p:cNvPr>
            <p:cNvCxnSpPr>
              <a:cxnSpLocks/>
              <a:stCxn id="97" idx="4"/>
              <a:endCxn id="96" idx="4"/>
            </p:cNvCxnSpPr>
            <p:nvPr/>
          </p:nvCxnSpPr>
          <p:spPr>
            <a:xfrm>
              <a:off x="9521556" y="3542598"/>
              <a:ext cx="0" cy="1303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7B199BF3-FA06-0142-AD4A-A9D6BF57958E}"/>
                </a:ext>
              </a:extLst>
            </p:cNvPr>
            <p:cNvCxnSpPr>
              <a:cxnSpLocks/>
              <a:stCxn id="97" idx="3"/>
              <a:endCxn id="96" idx="3"/>
            </p:cNvCxnSpPr>
            <p:nvPr/>
          </p:nvCxnSpPr>
          <p:spPr>
            <a:xfrm flipH="1">
              <a:off x="9310715" y="3498822"/>
              <a:ext cx="103031" cy="921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FD893416-DF3E-C744-8C4E-74FB3D1DD306}"/>
                </a:ext>
              </a:extLst>
            </p:cNvPr>
            <p:cNvCxnSpPr>
              <a:cxnSpLocks/>
              <a:stCxn id="97" idx="2"/>
              <a:endCxn id="96" idx="2"/>
            </p:cNvCxnSpPr>
            <p:nvPr/>
          </p:nvCxnSpPr>
          <p:spPr>
            <a:xfrm flipH="1">
              <a:off x="9223382" y="3393138"/>
              <a:ext cx="145708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8EE484C-2032-D74C-AC84-A81396AD0706}"/>
                </a:ext>
              </a:extLst>
            </p:cNvPr>
            <p:cNvCxnSpPr>
              <a:cxnSpLocks/>
              <a:stCxn id="97" idx="1"/>
              <a:endCxn id="96" idx="1"/>
            </p:cNvCxnSpPr>
            <p:nvPr/>
          </p:nvCxnSpPr>
          <p:spPr>
            <a:xfrm flipH="1" flipV="1">
              <a:off x="9310715" y="3195318"/>
              <a:ext cx="103031" cy="921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744F993-D979-3642-851B-206DA8DC22FC}"/>
              </a:ext>
            </a:extLst>
          </p:cNvPr>
          <p:cNvGrpSpPr/>
          <p:nvPr/>
        </p:nvGrpSpPr>
        <p:grpSpPr>
          <a:xfrm>
            <a:off x="9119880" y="3003797"/>
            <a:ext cx="596348" cy="559521"/>
            <a:chOff x="9223382" y="3113378"/>
            <a:chExt cx="596348" cy="55952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89AE7BA-3674-AF40-949C-B33ECC2295BF}"/>
                </a:ext>
              </a:extLst>
            </p:cNvPr>
            <p:cNvSpPr/>
            <p:nvPr/>
          </p:nvSpPr>
          <p:spPr>
            <a:xfrm>
              <a:off x="9223382" y="3113378"/>
              <a:ext cx="596348" cy="5595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D97D2C95-20F1-A642-AFF5-342FA9874F18}"/>
                </a:ext>
              </a:extLst>
            </p:cNvPr>
            <p:cNvSpPr/>
            <p:nvPr/>
          </p:nvSpPr>
          <p:spPr>
            <a:xfrm>
              <a:off x="9369090" y="3243677"/>
              <a:ext cx="304931" cy="298921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BCA4F7C-37AF-C44A-AD6E-CE6CC49216F0}"/>
                </a:ext>
              </a:extLst>
            </p:cNvPr>
            <p:cNvCxnSpPr>
              <a:stCxn id="69" idx="0"/>
              <a:endCxn id="4" idx="0"/>
            </p:cNvCxnSpPr>
            <p:nvPr/>
          </p:nvCxnSpPr>
          <p:spPr>
            <a:xfrm flipV="1">
              <a:off x="9521556" y="3113378"/>
              <a:ext cx="0" cy="1302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FE5489EE-9774-064C-A782-05796370DEA4}"/>
                </a:ext>
              </a:extLst>
            </p:cNvPr>
            <p:cNvCxnSpPr>
              <a:cxnSpLocks/>
              <a:stCxn id="69" idx="7"/>
              <a:endCxn id="4" idx="7"/>
            </p:cNvCxnSpPr>
            <p:nvPr/>
          </p:nvCxnSpPr>
          <p:spPr>
            <a:xfrm flipV="1">
              <a:off x="9629365" y="3195318"/>
              <a:ext cx="103032" cy="921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C7F3AC54-7774-6645-9207-E52668B671B5}"/>
                </a:ext>
              </a:extLst>
            </p:cNvPr>
            <p:cNvCxnSpPr>
              <a:cxnSpLocks/>
              <a:stCxn id="69" idx="6"/>
              <a:endCxn id="4" idx="6"/>
            </p:cNvCxnSpPr>
            <p:nvPr/>
          </p:nvCxnSpPr>
          <p:spPr>
            <a:xfrm>
              <a:off x="9674021" y="3393138"/>
              <a:ext cx="145709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65778FC-DCFA-244B-B9DF-BD340C058555}"/>
                </a:ext>
              </a:extLst>
            </p:cNvPr>
            <p:cNvCxnSpPr>
              <a:cxnSpLocks/>
              <a:stCxn id="69" idx="5"/>
              <a:endCxn id="4" idx="5"/>
            </p:cNvCxnSpPr>
            <p:nvPr/>
          </p:nvCxnSpPr>
          <p:spPr>
            <a:xfrm>
              <a:off x="9629365" y="3498822"/>
              <a:ext cx="103032" cy="921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DD4C0DDD-2B58-864F-90C9-B98F0D38B7FC}"/>
                </a:ext>
              </a:extLst>
            </p:cNvPr>
            <p:cNvCxnSpPr>
              <a:cxnSpLocks/>
              <a:stCxn id="69" idx="4"/>
              <a:endCxn id="4" idx="4"/>
            </p:cNvCxnSpPr>
            <p:nvPr/>
          </p:nvCxnSpPr>
          <p:spPr>
            <a:xfrm>
              <a:off x="9521556" y="3542598"/>
              <a:ext cx="0" cy="1303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C4D7458B-FA09-614C-ACC3-16CC8B2B2FEE}"/>
                </a:ext>
              </a:extLst>
            </p:cNvPr>
            <p:cNvCxnSpPr>
              <a:cxnSpLocks/>
              <a:stCxn id="69" idx="3"/>
              <a:endCxn id="4" idx="3"/>
            </p:cNvCxnSpPr>
            <p:nvPr/>
          </p:nvCxnSpPr>
          <p:spPr>
            <a:xfrm flipH="1">
              <a:off x="9310715" y="3498822"/>
              <a:ext cx="103031" cy="921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4D3856AC-66B6-D148-82DB-1607D9E656DA}"/>
                </a:ext>
              </a:extLst>
            </p:cNvPr>
            <p:cNvCxnSpPr>
              <a:cxnSpLocks/>
              <a:stCxn id="69" idx="2"/>
              <a:endCxn id="4" idx="2"/>
            </p:cNvCxnSpPr>
            <p:nvPr/>
          </p:nvCxnSpPr>
          <p:spPr>
            <a:xfrm flipH="1">
              <a:off x="9223382" y="3393138"/>
              <a:ext cx="145708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45A2880E-FC76-224D-88D0-2D5D9680C719}"/>
                </a:ext>
              </a:extLst>
            </p:cNvPr>
            <p:cNvCxnSpPr>
              <a:cxnSpLocks/>
              <a:stCxn id="69" idx="1"/>
              <a:endCxn id="4" idx="1"/>
            </p:cNvCxnSpPr>
            <p:nvPr/>
          </p:nvCxnSpPr>
          <p:spPr>
            <a:xfrm flipH="1" flipV="1">
              <a:off x="9310715" y="3195318"/>
              <a:ext cx="103031" cy="921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BB6DCCF-E2D8-D74C-BA2D-438FC1AF4696}"/>
              </a:ext>
            </a:extLst>
          </p:cNvPr>
          <p:cNvGrpSpPr/>
          <p:nvPr/>
        </p:nvGrpSpPr>
        <p:grpSpPr>
          <a:xfrm>
            <a:off x="9241173" y="4084016"/>
            <a:ext cx="596348" cy="559521"/>
            <a:chOff x="9223382" y="3113378"/>
            <a:chExt cx="596348" cy="559521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BCC59BFD-6A9C-AE4F-A9EE-1EBB243044F2}"/>
                </a:ext>
              </a:extLst>
            </p:cNvPr>
            <p:cNvSpPr/>
            <p:nvPr/>
          </p:nvSpPr>
          <p:spPr>
            <a:xfrm>
              <a:off x="9223382" y="3113378"/>
              <a:ext cx="596348" cy="5595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BCB354B-7C72-C942-B9C3-D9721EA96FAA}"/>
                </a:ext>
              </a:extLst>
            </p:cNvPr>
            <p:cNvSpPr/>
            <p:nvPr/>
          </p:nvSpPr>
          <p:spPr>
            <a:xfrm>
              <a:off x="9369090" y="3243677"/>
              <a:ext cx="304931" cy="298921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4580F900-72F7-E84C-94EF-496744993E7C}"/>
                </a:ext>
              </a:extLst>
            </p:cNvPr>
            <p:cNvCxnSpPr>
              <a:stCxn id="119" idx="0"/>
              <a:endCxn id="118" idx="0"/>
            </p:cNvCxnSpPr>
            <p:nvPr/>
          </p:nvCxnSpPr>
          <p:spPr>
            <a:xfrm flipV="1">
              <a:off x="9521556" y="3113378"/>
              <a:ext cx="0" cy="1302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5E108718-CF6D-A044-AFDD-E287AEBC8482}"/>
                </a:ext>
              </a:extLst>
            </p:cNvPr>
            <p:cNvCxnSpPr>
              <a:cxnSpLocks/>
              <a:stCxn id="119" idx="7"/>
              <a:endCxn id="118" idx="7"/>
            </p:cNvCxnSpPr>
            <p:nvPr/>
          </p:nvCxnSpPr>
          <p:spPr>
            <a:xfrm flipV="1">
              <a:off x="9629365" y="3195318"/>
              <a:ext cx="103032" cy="921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818626B-0984-3744-B087-AB33EE13506C}"/>
                </a:ext>
              </a:extLst>
            </p:cNvPr>
            <p:cNvCxnSpPr>
              <a:cxnSpLocks/>
              <a:stCxn id="119" idx="6"/>
              <a:endCxn id="118" idx="6"/>
            </p:cNvCxnSpPr>
            <p:nvPr/>
          </p:nvCxnSpPr>
          <p:spPr>
            <a:xfrm>
              <a:off x="9674021" y="3393138"/>
              <a:ext cx="145709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199A971E-5A80-7542-8151-8C38ECB4CF64}"/>
                </a:ext>
              </a:extLst>
            </p:cNvPr>
            <p:cNvCxnSpPr>
              <a:cxnSpLocks/>
              <a:stCxn id="119" idx="5"/>
              <a:endCxn id="118" idx="5"/>
            </p:cNvCxnSpPr>
            <p:nvPr/>
          </p:nvCxnSpPr>
          <p:spPr>
            <a:xfrm>
              <a:off x="9629365" y="3498822"/>
              <a:ext cx="103032" cy="921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2A6A7E1-4B72-6142-8F9F-E28468F6EEAB}"/>
                </a:ext>
              </a:extLst>
            </p:cNvPr>
            <p:cNvCxnSpPr>
              <a:cxnSpLocks/>
              <a:stCxn id="119" idx="4"/>
              <a:endCxn id="118" idx="4"/>
            </p:cNvCxnSpPr>
            <p:nvPr/>
          </p:nvCxnSpPr>
          <p:spPr>
            <a:xfrm>
              <a:off x="9521556" y="3542598"/>
              <a:ext cx="0" cy="1303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3E61FB48-3AB4-DE46-AE8A-BDD17853FD36}"/>
                </a:ext>
              </a:extLst>
            </p:cNvPr>
            <p:cNvCxnSpPr>
              <a:cxnSpLocks/>
              <a:stCxn id="119" idx="3"/>
              <a:endCxn id="118" idx="3"/>
            </p:cNvCxnSpPr>
            <p:nvPr/>
          </p:nvCxnSpPr>
          <p:spPr>
            <a:xfrm flipH="1">
              <a:off x="9310715" y="3498822"/>
              <a:ext cx="103031" cy="921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F11B0CDD-490C-544E-8522-A3F4A48B5E71}"/>
                </a:ext>
              </a:extLst>
            </p:cNvPr>
            <p:cNvCxnSpPr>
              <a:cxnSpLocks/>
              <a:stCxn id="119" idx="2"/>
              <a:endCxn id="118" idx="2"/>
            </p:cNvCxnSpPr>
            <p:nvPr/>
          </p:nvCxnSpPr>
          <p:spPr>
            <a:xfrm flipH="1">
              <a:off x="9223382" y="3393138"/>
              <a:ext cx="145708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F4DCAC04-AE8B-A24F-9432-C21E090E4B08}"/>
                </a:ext>
              </a:extLst>
            </p:cNvPr>
            <p:cNvCxnSpPr>
              <a:cxnSpLocks/>
              <a:stCxn id="119" idx="1"/>
              <a:endCxn id="118" idx="1"/>
            </p:cNvCxnSpPr>
            <p:nvPr/>
          </p:nvCxnSpPr>
          <p:spPr>
            <a:xfrm flipH="1" flipV="1">
              <a:off x="9310715" y="3195318"/>
              <a:ext cx="103031" cy="921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EBB5E958-52B2-9F46-8D68-78CBDCD5579F}"/>
              </a:ext>
            </a:extLst>
          </p:cNvPr>
          <p:cNvGrpSpPr/>
          <p:nvPr/>
        </p:nvGrpSpPr>
        <p:grpSpPr>
          <a:xfrm>
            <a:off x="9177387" y="4081824"/>
            <a:ext cx="596348" cy="559521"/>
            <a:chOff x="9223382" y="3113378"/>
            <a:chExt cx="596348" cy="559521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09ADF94D-9B96-B74C-BC12-B204D56966A7}"/>
                </a:ext>
              </a:extLst>
            </p:cNvPr>
            <p:cNvSpPr/>
            <p:nvPr/>
          </p:nvSpPr>
          <p:spPr>
            <a:xfrm>
              <a:off x="9223382" y="3113378"/>
              <a:ext cx="596348" cy="5595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BCAF0F6A-6DAC-FA43-9C9B-C6E2498ADD8F}"/>
                </a:ext>
              </a:extLst>
            </p:cNvPr>
            <p:cNvSpPr/>
            <p:nvPr/>
          </p:nvSpPr>
          <p:spPr>
            <a:xfrm>
              <a:off x="9369090" y="3243677"/>
              <a:ext cx="304931" cy="298921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6503B8F4-FA1F-B146-BA17-29C3B1745C6A}"/>
                </a:ext>
              </a:extLst>
            </p:cNvPr>
            <p:cNvCxnSpPr>
              <a:stCxn id="130" idx="0"/>
              <a:endCxn id="129" idx="0"/>
            </p:cNvCxnSpPr>
            <p:nvPr/>
          </p:nvCxnSpPr>
          <p:spPr>
            <a:xfrm flipV="1">
              <a:off x="9521556" y="3113378"/>
              <a:ext cx="0" cy="1302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C39AAD56-9285-B443-94FC-B4D939988009}"/>
                </a:ext>
              </a:extLst>
            </p:cNvPr>
            <p:cNvCxnSpPr>
              <a:cxnSpLocks/>
              <a:stCxn id="130" idx="7"/>
              <a:endCxn id="129" idx="7"/>
            </p:cNvCxnSpPr>
            <p:nvPr/>
          </p:nvCxnSpPr>
          <p:spPr>
            <a:xfrm flipV="1">
              <a:off x="9629365" y="3195318"/>
              <a:ext cx="103032" cy="921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618C9381-939F-DE47-99B4-CBC62B104E29}"/>
                </a:ext>
              </a:extLst>
            </p:cNvPr>
            <p:cNvCxnSpPr>
              <a:cxnSpLocks/>
              <a:stCxn id="130" idx="6"/>
              <a:endCxn id="129" idx="6"/>
            </p:cNvCxnSpPr>
            <p:nvPr/>
          </p:nvCxnSpPr>
          <p:spPr>
            <a:xfrm>
              <a:off x="9674021" y="3393138"/>
              <a:ext cx="145709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B0FA4880-C1EA-A944-A596-8A86A2AFC3F6}"/>
                </a:ext>
              </a:extLst>
            </p:cNvPr>
            <p:cNvCxnSpPr>
              <a:cxnSpLocks/>
              <a:stCxn id="130" idx="5"/>
              <a:endCxn id="129" idx="5"/>
            </p:cNvCxnSpPr>
            <p:nvPr/>
          </p:nvCxnSpPr>
          <p:spPr>
            <a:xfrm>
              <a:off x="9629365" y="3498822"/>
              <a:ext cx="103032" cy="921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7A0C8FE3-1A03-AA4B-9275-B808FAB651A2}"/>
                </a:ext>
              </a:extLst>
            </p:cNvPr>
            <p:cNvCxnSpPr>
              <a:cxnSpLocks/>
              <a:stCxn id="130" idx="4"/>
              <a:endCxn id="129" idx="4"/>
            </p:cNvCxnSpPr>
            <p:nvPr/>
          </p:nvCxnSpPr>
          <p:spPr>
            <a:xfrm>
              <a:off x="9521556" y="3542598"/>
              <a:ext cx="0" cy="1303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DCBC3664-BAFD-084C-B07D-A63FFAF5E597}"/>
                </a:ext>
              </a:extLst>
            </p:cNvPr>
            <p:cNvCxnSpPr>
              <a:cxnSpLocks/>
              <a:stCxn id="130" idx="3"/>
              <a:endCxn id="129" idx="3"/>
            </p:cNvCxnSpPr>
            <p:nvPr/>
          </p:nvCxnSpPr>
          <p:spPr>
            <a:xfrm flipH="1">
              <a:off x="9310715" y="3498822"/>
              <a:ext cx="103031" cy="921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3E903765-1DE5-0F4E-A85D-EF40EFB82ED3}"/>
                </a:ext>
              </a:extLst>
            </p:cNvPr>
            <p:cNvCxnSpPr>
              <a:cxnSpLocks/>
              <a:stCxn id="130" idx="2"/>
              <a:endCxn id="129" idx="2"/>
            </p:cNvCxnSpPr>
            <p:nvPr/>
          </p:nvCxnSpPr>
          <p:spPr>
            <a:xfrm flipH="1">
              <a:off x="9223382" y="3393138"/>
              <a:ext cx="145708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623537C1-30D7-5D4C-B94A-A5E9F99F7DF3}"/>
                </a:ext>
              </a:extLst>
            </p:cNvPr>
            <p:cNvCxnSpPr>
              <a:cxnSpLocks/>
              <a:stCxn id="130" idx="1"/>
              <a:endCxn id="129" idx="1"/>
            </p:cNvCxnSpPr>
            <p:nvPr/>
          </p:nvCxnSpPr>
          <p:spPr>
            <a:xfrm flipH="1" flipV="1">
              <a:off x="9310715" y="3195318"/>
              <a:ext cx="103031" cy="921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19987046-30F1-C14B-8F55-A6CF8230AF5F}"/>
              </a:ext>
            </a:extLst>
          </p:cNvPr>
          <p:cNvGrpSpPr/>
          <p:nvPr/>
        </p:nvGrpSpPr>
        <p:grpSpPr>
          <a:xfrm>
            <a:off x="9119880" y="4086210"/>
            <a:ext cx="596348" cy="559521"/>
            <a:chOff x="9223382" y="3113378"/>
            <a:chExt cx="596348" cy="559521"/>
          </a:xfrm>
        </p:grpSpPr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53607AB7-C3BE-634A-A43E-24A0D9F63BBD}"/>
                </a:ext>
              </a:extLst>
            </p:cNvPr>
            <p:cNvSpPr/>
            <p:nvPr/>
          </p:nvSpPr>
          <p:spPr>
            <a:xfrm>
              <a:off x="9223382" y="3113378"/>
              <a:ext cx="596348" cy="5595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E8C6B8FE-97EB-C547-8DE9-3A7B6DFC6DAA}"/>
                </a:ext>
              </a:extLst>
            </p:cNvPr>
            <p:cNvSpPr/>
            <p:nvPr/>
          </p:nvSpPr>
          <p:spPr>
            <a:xfrm>
              <a:off x="9369090" y="3243677"/>
              <a:ext cx="304931" cy="298921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D6CD8D-4A89-F84D-BCC8-AFA4C69D6DD6}"/>
                </a:ext>
              </a:extLst>
            </p:cNvPr>
            <p:cNvCxnSpPr>
              <a:stCxn id="203" idx="0"/>
              <a:endCxn id="202" idx="0"/>
            </p:cNvCxnSpPr>
            <p:nvPr/>
          </p:nvCxnSpPr>
          <p:spPr>
            <a:xfrm flipV="1">
              <a:off x="9521556" y="3113378"/>
              <a:ext cx="0" cy="1302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8FB8A84-173A-EE4F-8097-A4604FA1268E}"/>
                </a:ext>
              </a:extLst>
            </p:cNvPr>
            <p:cNvCxnSpPr>
              <a:cxnSpLocks/>
              <a:stCxn id="203" idx="7"/>
              <a:endCxn id="202" idx="7"/>
            </p:cNvCxnSpPr>
            <p:nvPr/>
          </p:nvCxnSpPr>
          <p:spPr>
            <a:xfrm flipV="1">
              <a:off x="9629365" y="3195318"/>
              <a:ext cx="103032" cy="921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E637A403-68CA-464F-8916-C91234A12DB4}"/>
                </a:ext>
              </a:extLst>
            </p:cNvPr>
            <p:cNvCxnSpPr>
              <a:cxnSpLocks/>
              <a:stCxn id="203" idx="6"/>
              <a:endCxn id="202" idx="6"/>
            </p:cNvCxnSpPr>
            <p:nvPr/>
          </p:nvCxnSpPr>
          <p:spPr>
            <a:xfrm>
              <a:off x="9674021" y="3393138"/>
              <a:ext cx="145709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F5109567-4CA5-8A44-98EA-B4B41526FF38}"/>
                </a:ext>
              </a:extLst>
            </p:cNvPr>
            <p:cNvCxnSpPr>
              <a:cxnSpLocks/>
              <a:stCxn id="203" idx="5"/>
              <a:endCxn id="202" idx="5"/>
            </p:cNvCxnSpPr>
            <p:nvPr/>
          </p:nvCxnSpPr>
          <p:spPr>
            <a:xfrm>
              <a:off x="9629365" y="3498822"/>
              <a:ext cx="103032" cy="921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8CA62A9-E7F1-8C4A-A46F-09B6BF291802}"/>
                </a:ext>
              </a:extLst>
            </p:cNvPr>
            <p:cNvCxnSpPr>
              <a:cxnSpLocks/>
              <a:stCxn id="203" idx="4"/>
              <a:endCxn id="202" idx="4"/>
            </p:cNvCxnSpPr>
            <p:nvPr/>
          </p:nvCxnSpPr>
          <p:spPr>
            <a:xfrm>
              <a:off x="9521556" y="3542598"/>
              <a:ext cx="0" cy="1303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7CDADE5D-7DEC-4D4C-B3A6-8A4E089778DE}"/>
                </a:ext>
              </a:extLst>
            </p:cNvPr>
            <p:cNvCxnSpPr>
              <a:cxnSpLocks/>
              <a:stCxn id="203" idx="3"/>
              <a:endCxn id="202" idx="3"/>
            </p:cNvCxnSpPr>
            <p:nvPr/>
          </p:nvCxnSpPr>
          <p:spPr>
            <a:xfrm flipH="1">
              <a:off x="9310715" y="3498822"/>
              <a:ext cx="103031" cy="921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48841B7E-D6D1-964B-8462-1D6FB3A48ED0}"/>
                </a:ext>
              </a:extLst>
            </p:cNvPr>
            <p:cNvCxnSpPr>
              <a:cxnSpLocks/>
              <a:stCxn id="203" idx="2"/>
              <a:endCxn id="202" idx="2"/>
            </p:cNvCxnSpPr>
            <p:nvPr/>
          </p:nvCxnSpPr>
          <p:spPr>
            <a:xfrm flipH="1">
              <a:off x="9223382" y="3393138"/>
              <a:ext cx="145708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7BB83373-9A0E-B847-8DE1-3E9B4CF24CD7}"/>
                </a:ext>
              </a:extLst>
            </p:cNvPr>
            <p:cNvCxnSpPr>
              <a:cxnSpLocks/>
              <a:stCxn id="203" idx="1"/>
              <a:endCxn id="202" idx="1"/>
            </p:cNvCxnSpPr>
            <p:nvPr/>
          </p:nvCxnSpPr>
          <p:spPr>
            <a:xfrm flipH="1" flipV="1">
              <a:off x="9310715" y="3195318"/>
              <a:ext cx="103031" cy="921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TextBox 211">
            <a:extLst>
              <a:ext uri="{FF2B5EF4-FFF2-40B4-BE49-F238E27FC236}">
                <a16:creationId xmlns:a16="http://schemas.microsoft.com/office/drawing/2014/main" id="{4F7D43FF-D430-FA49-B40B-4F5D90E86940}"/>
              </a:ext>
            </a:extLst>
          </p:cNvPr>
          <p:cNvSpPr txBox="1"/>
          <p:nvPr/>
        </p:nvSpPr>
        <p:spPr>
          <a:xfrm>
            <a:off x="7998622" y="2788436"/>
            <a:ext cx="935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Courier" pitchFamily="2" charset="0"/>
              </a:rPr>
              <a:t>TX Arena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6CB47702-DAD2-2745-8546-EE894EC3EA38}"/>
              </a:ext>
            </a:extLst>
          </p:cNvPr>
          <p:cNvSpPr txBox="1"/>
          <p:nvPr/>
        </p:nvSpPr>
        <p:spPr>
          <a:xfrm>
            <a:off x="8008433" y="3845384"/>
            <a:ext cx="935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Courier" pitchFamily="2" charset="0"/>
              </a:rPr>
              <a:t>RX Arena</a:t>
            </a:r>
          </a:p>
        </p:txBody>
      </p:sp>
      <p:pic>
        <p:nvPicPr>
          <p:cNvPr id="214" name="Picture 213">
            <a:extLst>
              <a:ext uri="{FF2B5EF4-FFF2-40B4-BE49-F238E27FC236}">
                <a16:creationId xmlns:a16="http://schemas.microsoft.com/office/drawing/2014/main" id="{F882D40D-8FA1-524B-A1F9-12A1E97C7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2296" y="3141357"/>
            <a:ext cx="370135" cy="300735"/>
          </a:xfrm>
          <a:prstGeom prst="rect">
            <a:avLst/>
          </a:prstGeom>
        </p:spPr>
      </p:pic>
      <p:pic>
        <p:nvPicPr>
          <p:cNvPr id="215" name="Picture 214">
            <a:extLst>
              <a:ext uri="{FF2B5EF4-FFF2-40B4-BE49-F238E27FC236}">
                <a16:creationId xmlns:a16="http://schemas.microsoft.com/office/drawing/2014/main" id="{5CB66711-5960-7444-935E-6D4DD9C1B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0336" y="3141357"/>
            <a:ext cx="370135" cy="300735"/>
          </a:xfrm>
          <a:prstGeom prst="rect">
            <a:avLst/>
          </a:prstGeom>
        </p:spPr>
      </p:pic>
      <p:pic>
        <p:nvPicPr>
          <p:cNvPr id="216" name="Picture 215">
            <a:extLst>
              <a:ext uri="{FF2B5EF4-FFF2-40B4-BE49-F238E27FC236}">
                <a16:creationId xmlns:a16="http://schemas.microsoft.com/office/drawing/2014/main" id="{9BD45D30-0E17-4C40-9F86-77661635F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2017" y="4152339"/>
            <a:ext cx="370135" cy="300735"/>
          </a:xfrm>
          <a:prstGeom prst="rect">
            <a:avLst/>
          </a:prstGeom>
        </p:spPr>
      </p:pic>
      <p:pic>
        <p:nvPicPr>
          <p:cNvPr id="217" name="Picture 216">
            <a:extLst>
              <a:ext uri="{FF2B5EF4-FFF2-40B4-BE49-F238E27FC236}">
                <a16:creationId xmlns:a16="http://schemas.microsoft.com/office/drawing/2014/main" id="{E21E32E7-A7EE-0844-82E6-1DD062D76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0057" y="4152339"/>
            <a:ext cx="370135" cy="300735"/>
          </a:xfrm>
          <a:prstGeom prst="rect">
            <a:avLst/>
          </a:prstGeom>
        </p:spPr>
      </p:pic>
      <p:pic>
        <p:nvPicPr>
          <p:cNvPr id="222" name="Picture 221">
            <a:extLst>
              <a:ext uri="{FF2B5EF4-FFF2-40B4-BE49-F238E27FC236}">
                <a16:creationId xmlns:a16="http://schemas.microsoft.com/office/drawing/2014/main" id="{699085E6-1C60-F445-B702-8C4819CE7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881" y="4944969"/>
            <a:ext cx="1292638" cy="1292638"/>
          </a:xfrm>
          <a:prstGeom prst="rect">
            <a:avLst/>
          </a:prstGeom>
        </p:spPr>
      </p:pic>
      <p:sp>
        <p:nvSpPr>
          <p:cNvPr id="221" name="TextBox 220">
            <a:extLst>
              <a:ext uri="{FF2B5EF4-FFF2-40B4-BE49-F238E27FC236}">
                <a16:creationId xmlns:a16="http://schemas.microsoft.com/office/drawing/2014/main" id="{6927FCFD-756C-E341-90D6-606746499E4B}"/>
              </a:ext>
            </a:extLst>
          </p:cNvPr>
          <p:cNvSpPr txBox="1"/>
          <p:nvPr/>
        </p:nvSpPr>
        <p:spPr>
          <a:xfrm>
            <a:off x="8681084" y="5344132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Courier" pitchFamily="2" charset="0"/>
                <a:cs typeface="Consolas" panose="020B0609020204030204" pitchFamily="49" charset="0"/>
              </a:rPr>
              <a:t>CPU</a:t>
            </a:r>
            <a:endParaRPr lang="en-US" sz="4000" b="1" dirty="0">
              <a:latin typeface="Courier" pitchFamily="2" charset="0"/>
              <a:cs typeface="Consolas" panose="020B0609020204030204" pitchFamily="49" charset="0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CE232BAF-7BC1-3D45-98CE-434F0D3232EE}"/>
              </a:ext>
            </a:extLst>
          </p:cNvPr>
          <p:cNvSpPr txBox="1"/>
          <p:nvPr/>
        </p:nvSpPr>
        <p:spPr>
          <a:xfrm>
            <a:off x="6002996" y="5179793"/>
            <a:ext cx="12779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 dirty="0">
                <a:latin typeface="Courier" pitchFamily="2" charset="0"/>
                <a:cs typeface="Consolas" panose="020B0609020204030204" pitchFamily="49" charset="0"/>
              </a:rPr>
              <a:t>MMIO Region</a:t>
            </a:r>
          </a:p>
        </p:txBody>
      </p: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1BD3B166-4ACD-EE47-A50D-2CA4BB845540}"/>
              </a:ext>
            </a:extLst>
          </p:cNvPr>
          <p:cNvCxnSpPr>
            <a:cxnSpLocks/>
          </p:cNvCxnSpPr>
          <p:nvPr/>
        </p:nvCxnSpPr>
        <p:spPr>
          <a:xfrm flipH="1" flipV="1">
            <a:off x="7280911" y="5563067"/>
            <a:ext cx="1050289" cy="4613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B5EF66B3-DDAA-6840-8663-015527C8B8AB}"/>
              </a:ext>
            </a:extLst>
          </p:cNvPr>
          <p:cNvCxnSpPr>
            <a:cxnSpLocks/>
          </p:cNvCxnSpPr>
          <p:nvPr/>
        </p:nvCxnSpPr>
        <p:spPr>
          <a:xfrm flipH="1" flipV="1">
            <a:off x="7270891" y="5703727"/>
            <a:ext cx="1050289" cy="4613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70BA12B-E0C6-B34C-AE58-8EF5810EF916}"/>
              </a:ext>
            </a:extLst>
          </p:cNvPr>
          <p:cNvCxnSpPr/>
          <p:nvPr/>
        </p:nvCxnSpPr>
        <p:spPr>
          <a:xfrm>
            <a:off x="7747000" y="2387237"/>
            <a:ext cx="0" cy="3638006"/>
          </a:xfrm>
          <a:prstGeom prst="line">
            <a:avLst/>
          </a:prstGeom>
          <a:ln w="38100"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3B502CE5-9776-4F4F-8F3B-5DF704029448}"/>
              </a:ext>
            </a:extLst>
          </p:cNvPr>
          <p:cNvSpPr txBox="1"/>
          <p:nvPr/>
        </p:nvSpPr>
        <p:spPr>
          <a:xfrm>
            <a:off x="7446545" y="2073886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Courier" pitchFamily="2" charset="0"/>
                <a:cs typeface="Consolas" panose="020B0609020204030204" pitchFamily="49" charset="0"/>
              </a:rPr>
              <a:t>PCIe</a:t>
            </a:r>
            <a:endParaRPr lang="en-US" sz="4000" b="1" dirty="0">
              <a:latin typeface="Courier" pitchFamily="2" charset="0"/>
              <a:cs typeface="Consolas" panose="020B0609020204030204" pitchFamily="49" charset="0"/>
            </a:endParaRPr>
          </a:p>
        </p:txBody>
      </p:sp>
      <p:sp>
        <p:nvSpPr>
          <p:cNvPr id="227" name="Title 1">
            <a:extLst>
              <a:ext uri="{FF2B5EF4-FFF2-40B4-BE49-F238E27FC236}">
                <a16:creationId xmlns:a16="http://schemas.microsoft.com/office/drawing/2014/main" id="{78A71B5F-B33D-D540-9B65-D1CA8AFA7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2817" y="267968"/>
            <a:ext cx="9144000" cy="1015047"/>
          </a:xfrm>
        </p:spPr>
        <p:txBody>
          <a:bodyPr/>
          <a:lstStyle/>
          <a:p>
            <a:r>
              <a:rPr lang="en-US"/>
              <a:t>Zerializer </a:t>
            </a:r>
            <a:r>
              <a:rPr lang="en-US" dirty="0"/>
              <a:t>Figures</a:t>
            </a:r>
          </a:p>
        </p:txBody>
      </p:sp>
    </p:spTree>
    <p:extLst>
      <p:ext uri="{BB962C8B-B14F-4D97-AF65-F5344CB8AC3E}">
        <p14:creationId xmlns:p14="http://schemas.microsoft.com/office/powerpoint/2010/main" val="2649298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079B114B-5C53-6349-8605-32668B084DD3}"/>
              </a:ext>
            </a:extLst>
          </p:cNvPr>
          <p:cNvSpPr txBox="1"/>
          <p:nvPr/>
        </p:nvSpPr>
        <p:spPr>
          <a:xfrm>
            <a:off x="4016330" y="81865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CPU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6248A128-791B-CB46-B3DA-F8CF513ECD14}"/>
              </a:ext>
            </a:extLst>
          </p:cNvPr>
          <p:cNvSpPr/>
          <p:nvPr/>
        </p:nvSpPr>
        <p:spPr>
          <a:xfrm>
            <a:off x="4614573" y="695829"/>
            <a:ext cx="914400" cy="58002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6"/>
                </a:solidFill>
                <a:latin typeface="Courier" pitchFamily="2" charset="0"/>
              </a:rPr>
              <a:t>App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98ACFC7-AA38-3A49-BCAA-47338620B2EA}"/>
              </a:ext>
            </a:extLst>
          </p:cNvPr>
          <p:cNvSpPr/>
          <p:nvPr/>
        </p:nvSpPr>
        <p:spPr>
          <a:xfrm>
            <a:off x="5528973" y="695829"/>
            <a:ext cx="914400" cy="5800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2"/>
                </a:solidFill>
                <a:latin typeface="Courier" pitchFamily="2" charset="0"/>
              </a:rPr>
              <a:t>RPC Lib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D8C5D47-3065-0241-A438-F121D5B579B2}"/>
              </a:ext>
            </a:extLst>
          </p:cNvPr>
          <p:cNvSpPr/>
          <p:nvPr/>
        </p:nvSpPr>
        <p:spPr>
          <a:xfrm>
            <a:off x="6443373" y="695829"/>
            <a:ext cx="914400" cy="5800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1"/>
                </a:solidFill>
                <a:latin typeface="Courier" pitchFamily="2" charset="0"/>
              </a:rPr>
              <a:t>Kernel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1D317381-3837-864E-886D-A5D6CD1660A3}"/>
              </a:ext>
            </a:extLst>
          </p:cNvPr>
          <p:cNvSpPr/>
          <p:nvPr/>
        </p:nvSpPr>
        <p:spPr>
          <a:xfrm>
            <a:off x="4614573" y="1375022"/>
            <a:ext cx="2743200" cy="746696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59369F-CF95-6C44-AE68-64E921EBBB20}"/>
              </a:ext>
            </a:extLst>
          </p:cNvPr>
          <p:cNvSpPr txBox="1"/>
          <p:nvPr/>
        </p:nvSpPr>
        <p:spPr>
          <a:xfrm>
            <a:off x="4015926" y="158423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Mem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54A83EB-67BD-D54E-913A-2FD3D0321E78}"/>
              </a:ext>
            </a:extLst>
          </p:cNvPr>
          <p:cNvGrpSpPr/>
          <p:nvPr/>
        </p:nvGrpSpPr>
        <p:grpSpPr>
          <a:xfrm>
            <a:off x="4916440" y="1458390"/>
            <a:ext cx="269626" cy="246221"/>
            <a:chOff x="5784379" y="1481488"/>
            <a:chExt cx="269626" cy="246221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44C24CEC-2CBA-EB4C-9B52-B8075334D548}"/>
                </a:ext>
              </a:extLst>
            </p:cNvPr>
            <p:cNvSpPr/>
            <p:nvPr/>
          </p:nvSpPr>
          <p:spPr>
            <a:xfrm>
              <a:off x="5842648" y="1523153"/>
              <a:ext cx="146206" cy="14920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9E14EF5-E06C-5248-8D95-E569FA6E607B}"/>
                </a:ext>
              </a:extLst>
            </p:cNvPr>
            <p:cNvSpPr txBox="1"/>
            <p:nvPr/>
          </p:nvSpPr>
          <p:spPr>
            <a:xfrm>
              <a:off x="5784379" y="1481488"/>
              <a:ext cx="26962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Helvetica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A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847DC24-59CF-5E47-A9F8-572DF16B860B}"/>
              </a:ext>
            </a:extLst>
          </p:cNvPr>
          <p:cNvGrpSpPr/>
          <p:nvPr/>
        </p:nvGrpSpPr>
        <p:grpSpPr>
          <a:xfrm>
            <a:off x="5830840" y="1447198"/>
            <a:ext cx="269626" cy="246221"/>
            <a:chOff x="5784379" y="1481488"/>
            <a:chExt cx="269626" cy="246221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7DE74F1-635A-9B4B-814E-2E00114E8023}"/>
                </a:ext>
              </a:extLst>
            </p:cNvPr>
            <p:cNvSpPr/>
            <p:nvPr/>
          </p:nvSpPr>
          <p:spPr>
            <a:xfrm>
              <a:off x="5842648" y="1523153"/>
              <a:ext cx="146206" cy="14920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DE15CB5-12D6-A846-902A-AA488894E83D}"/>
                </a:ext>
              </a:extLst>
            </p:cNvPr>
            <p:cNvSpPr txBox="1"/>
            <p:nvPr/>
          </p:nvSpPr>
          <p:spPr>
            <a:xfrm>
              <a:off x="5784379" y="1481488"/>
              <a:ext cx="26962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Helvetica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A91F536-F26C-AF46-8D5F-4A1CD6D5345A}"/>
              </a:ext>
            </a:extLst>
          </p:cNvPr>
          <p:cNvGrpSpPr/>
          <p:nvPr/>
        </p:nvGrpSpPr>
        <p:grpSpPr>
          <a:xfrm>
            <a:off x="6741233" y="1461128"/>
            <a:ext cx="277640" cy="246221"/>
            <a:chOff x="5784379" y="1481488"/>
            <a:chExt cx="277640" cy="246221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5EB1E0A-8535-234B-A3DC-2C7101D57983}"/>
                </a:ext>
              </a:extLst>
            </p:cNvPr>
            <p:cNvSpPr/>
            <p:nvPr/>
          </p:nvSpPr>
          <p:spPr>
            <a:xfrm>
              <a:off x="5842648" y="1523153"/>
              <a:ext cx="146206" cy="14920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79C01CD-D0DD-F34A-8EF9-0EDEFEB0E1D3}"/>
                </a:ext>
              </a:extLst>
            </p:cNvPr>
            <p:cNvSpPr txBox="1"/>
            <p:nvPr/>
          </p:nvSpPr>
          <p:spPr>
            <a:xfrm>
              <a:off x="5784379" y="1481488"/>
              <a:ext cx="27764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Helvetica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</a:t>
              </a:r>
            </a:p>
          </p:txBody>
        </p:sp>
      </p:grp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5CDCDD40-B7FD-424B-B449-65DF8ECE94D6}"/>
              </a:ext>
            </a:extLst>
          </p:cNvPr>
          <p:cNvSpPr/>
          <p:nvPr/>
        </p:nvSpPr>
        <p:spPr>
          <a:xfrm>
            <a:off x="4605322" y="2220440"/>
            <a:ext cx="2743200" cy="721137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2968280-276A-7C4E-AB40-65F1D2D3AB55}"/>
              </a:ext>
            </a:extLst>
          </p:cNvPr>
          <p:cNvSpPr txBox="1"/>
          <p:nvPr/>
        </p:nvSpPr>
        <p:spPr>
          <a:xfrm>
            <a:off x="4007080" y="2436311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NIC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68120C5-0B65-7A4F-8525-43BBA5EA069A}"/>
              </a:ext>
            </a:extLst>
          </p:cNvPr>
          <p:cNvGrpSpPr/>
          <p:nvPr/>
        </p:nvGrpSpPr>
        <p:grpSpPr>
          <a:xfrm>
            <a:off x="6410516" y="2440122"/>
            <a:ext cx="277640" cy="246221"/>
            <a:chOff x="5784379" y="1481488"/>
            <a:chExt cx="277640" cy="246221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74190E82-5269-7A40-BF0D-A9DDA7160BC4}"/>
                </a:ext>
              </a:extLst>
            </p:cNvPr>
            <p:cNvSpPr/>
            <p:nvPr/>
          </p:nvSpPr>
          <p:spPr>
            <a:xfrm>
              <a:off x="5842648" y="1523153"/>
              <a:ext cx="146206" cy="14920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3CEEA06-8580-F54A-84F4-DCD5EB5BBFF8}"/>
                </a:ext>
              </a:extLst>
            </p:cNvPr>
            <p:cNvSpPr txBox="1"/>
            <p:nvPr/>
          </p:nvSpPr>
          <p:spPr>
            <a:xfrm>
              <a:off x="5784379" y="1481488"/>
              <a:ext cx="27764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Helvetica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D</a:t>
              </a: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CF1BEE9-15C0-014B-AC67-1CF0B9552CCE}"/>
              </a:ext>
            </a:extLst>
          </p:cNvPr>
          <p:cNvGrpSpPr/>
          <p:nvPr/>
        </p:nvGrpSpPr>
        <p:grpSpPr>
          <a:xfrm>
            <a:off x="5852786" y="2937840"/>
            <a:ext cx="235528" cy="216334"/>
            <a:chOff x="7787603" y="3467926"/>
            <a:chExt cx="235528" cy="371105"/>
          </a:xfrm>
        </p:grpSpPr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38B3EC39-834C-5A4E-AE83-7C50199510EC}"/>
                </a:ext>
              </a:extLst>
            </p:cNvPr>
            <p:cNvCxnSpPr>
              <a:cxnSpLocks/>
            </p:cNvCxnSpPr>
            <p:nvPr/>
          </p:nvCxnSpPr>
          <p:spPr>
            <a:xfrm>
              <a:off x="7787603" y="3467926"/>
              <a:ext cx="0" cy="36736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25E4DFA8-EC5F-D343-AE60-B4757433C2AD}"/>
                </a:ext>
              </a:extLst>
            </p:cNvPr>
            <p:cNvCxnSpPr>
              <a:cxnSpLocks/>
            </p:cNvCxnSpPr>
            <p:nvPr/>
          </p:nvCxnSpPr>
          <p:spPr>
            <a:xfrm>
              <a:off x="8023131" y="3471664"/>
              <a:ext cx="0" cy="36736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7DBC7A12-9009-B441-A8F7-DF1EA6184F9D}"/>
              </a:ext>
            </a:extLst>
          </p:cNvPr>
          <p:cNvSpPr/>
          <p:nvPr/>
        </p:nvSpPr>
        <p:spPr>
          <a:xfrm>
            <a:off x="4985236" y="1710461"/>
            <a:ext cx="138254" cy="1050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C5E99BC-C6E0-E947-B863-5FC21C1D0C53}"/>
              </a:ext>
            </a:extLst>
          </p:cNvPr>
          <p:cNvSpPr/>
          <p:nvPr/>
        </p:nvSpPr>
        <p:spPr>
          <a:xfrm>
            <a:off x="4788713" y="1908457"/>
            <a:ext cx="138254" cy="1050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3E5D33F-6CB6-0748-AD17-F1471D9F3F0D}"/>
              </a:ext>
            </a:extLst>
          </p:cNvPr>
          <p:cNvSpPr/>
          <p:nvPr/>
        </p:nvSpPr>
        <p:spPr>
          <a:xfrm>
            <a:off x="5194728" y="1903431"/>
            <a:ext cx="138254" cy="1050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CB6EC17-1A05-A343-8329-BCFC20ECCA2D}"/>
              </a:ext>
            </a:extLst>
          </p:cNvPr>
          <p:cNvSpPr/>
          <p:nvPr/>
        </p:nvSpPr>
        <p:spPr>
          <a:xfrm>
            <a:off x="4985236" y="1908457"/>
            <a:ext cx="138254" cy="1050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9049473-1753-894A-9BBA-2DA58AF65074}"/>
              </a:ext>
            </a:extLst>
          </p:cNvPr>
          <p:cNvCxnSpPr>
            <a:stCxn id="69" idx="2"/>
            <a:endCxn id="70" idx="0"/>
          </p:cNvCxnSpPr>
          <p:nvPr/>
        </p:nvCxnSpPr>
        <p:spPr>
          <a:xfrm flipH="1">
            <a:off x="4857840" y="1815523"/>
            <a:ext cx="196523" cy="9293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ECFEE88-36D1-B34C-ACE2-D0F8F2AFECA1}"/>
              </a:ext>
            </a:extLst>
          </p:cNvPr>
          <p:cNvCxnSpPr>
            <a:cxnSpLocks/>
            <a:stCxn id="69" idx="2"/>
            <a:endCxn id="71" idx="0"/>
          </p:cNvCxnSpPr>
          <p:nvPr/>
        </p:nvCxnSpPr>
        <p:spPr>
          <a:xfrm>
            <a:off x="5054363" y="1815523"/>
            <a:ext cx="209492" cy="8790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025486C7-C07F-0C45-AD94-443C4DEBCDA7}"/>
              </a:ext>
            </a:extLst>
          </p:cNvPr>
          <p:cNvSpPr/>
          <p:nvPr/>
        </p:nvSpPr>
        <p:spPr>
          <a:xfrm>
            <a:off x="5704267" y="1816176"/>
            <a:ext cx="138254" cy="1050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59A4DF-39D0-B944-A513-E8304C65CF63}"/>
              </a:ext>
            </a:extLst>
          </p:cNvPr>
          <p:cNvSpPr/>
          <p:nvPr/>
        </p:nvSpPr>
        <p:spPr>
          <a:xfrm>
            <a:off x="5846138" y="1816176"/>
            <a:ext cx="138254" cy="1050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649B5C7-63B5-2349-85EF-DECF15D6E364}"/>
              </a:ext>
            </a:extLst>
          </p:cNvPr>
          <p:cNvSpPr/>
          <p:nvPr/>
        </p:nvSpPr>
        <p:spPr>
          <a:xfrm>
            <a:off x="5988942" y="1816176"/>
            <a:ext cx="138254" cy="1050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384E1E4-1107-6840-8451-AB2A3DB31BF8}"/>
              </a:ext>
            </a:extLst>
          </p:cNvPr>
          <p:cNvSpPr/>
          <p:nvPr/>
        </p:nvSpPr>
        <p:spPr>
          <a:xfrm>
            <a:off x="6130813" y="1816176"/>
            <a:ext cx="138254" cy="1050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0BA9EAB-DB92-2747-A600-D1C391683943}"/>
              </a:ext>
            </a:extLst>
          </p:cNvPr>
          <p:cNvSpPr/>
          <p:nvPr/>
        </p:nvSpPr>
        <p:spPr>
          <a:xfrm>
            <a:off x="6590658" y="1903431"/>
            <a:ext cx="138254" cy="1050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9A9B0A8-0AA8-5F4E-977C-DA748F0FFE72}"/>
              </a:ext>
            </a:extLst>
          </p:cNvPr>
          <p:cNvSpPr/>
          <p:nvPr/>
        </p:nvSpPr>
        <p:spPr>
          <a:xfrm>
            <a:off x="6732529" y="1903431"/>
            <a:ext cx="138254" cy="1050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4153FBA-1C76-2B44-93AE-E4E4687CB468}"/>
              </a:ext>
            </a:extLst>
          </p:cNvPr>
          <p:cNvSpPr/>
          <p:nvPr/>
        </p:nvSpPr>
        <p:spPr>
          <a:xfrm>
            <a:off x="6875333" y="1903431"/>
            <a:ext cx="138254" cy="1050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745B77C-5AFB-A648-B35D-81C16B0ABA39}"/>
              </a:ext>
            </a:extLst>
          </p:cNvPr>
          <p:cNvSpPr/>
          <p:nvPr/>
        </p:nvSpPr>
        <p:spPr>
          <a:xfrm>
            <a:off x="7017204" y="1903431"/>
            <a:ext cx="138254" cy="1050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BCF69DE-9C12-4440-977E-17D2137F7E70}"/>
              </a:ext>
            </a:extLst>
          </p:cNvPr>
          <p:cNvSpPr txBox="1"/>
          <p:nvPr/>
        </p:nvSpPr>
        <p:spPr>
          <a:xfrm>
            <a:off x="6483727" y="1660842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skb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8F4B1A8-A12E-7446-BED7-2F71F14BDC38}"/>
              </a:ext>
            </a:extLst>
          </p:cNvPr>
          <p:cNvSpPr/>
          <p:nvPr/>
        </p:nvSpPr>
        <p:spPr>
          <a:xfrm>
            <a:off x="6659288" y="2340939"/>
            <a:ext cx="137286" cy="423179"/>
          </a:xfrm>
          <a:prstGeom prst="rect">
            <a:avLst/>
          </a:prstGeom>
          <a:pattFill prst="ltHorz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E5BD06F-11E4-9E44-A75C-BDDD2CD60A19}"/>
              </a:ext>
            </a:extLst>
          </p:cNvPr>
          <p:cNvSpPr/>
          <p:nvPr/>
        </p:nvSpPr>
        <p:spPr>
          <a:xfrm>
            <a:off x="6837474" y="2340939"/>
            <a:ext cx="137286" cy="423179"/>
          </a:xfrm>
          <a:prstGeom prst="rect">
            <a:avLst/>
          </a:prstGeom>
          <a:pattFill prst="ltHorz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4E1FC5F-5381-434C-B62D-166165B6DF19}"/>
              </a:ext>
            </a:extLst>
          </p:cNvPr>
          <p:cNvSpPr/>
          <p:nvPr/>
        </p:nvSpPr>
        <p:spPr>
          <a:xfrm>
            <a:off x="7015660" y="2340939"/>
            <a:ext cx="137286" cy="423179"/>
          </a:xfrm>
          <a:prstGeom prst="rect">
            <a:avLst/>
          </a:prstGeom>
          <a:pattFill prst="ltHorz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4BA2D05-73EC-7547-BA5D-90F3EB43FC4C}"/>
              </a:ext>
            </a:extLst>
          </p:cNvPr>
          <p:cNvSpPr txBox="1"/>
          <p:nvPr/>
        </p:nvSpPr>
        <p:spPr>
          <a:xfrm>
            <a:off x="6534861" y="2686343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queues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A36F65A7-6B66-4444-B492-AC75F7543057}"/>
              </a:ext>
            </a:extLst>
          </p:cNvPr>
          <p:cNvCxnSpPr>
            <a:cxnSpLocks/>
            <a:stCxn id="90" idx="2"/>
            <a:endCxn id="95" idx="0"/>
          </p:cNvCxnSpPr>
          <p:nvPr/>
        </p:nvCxnSpPr>
        <p:spPr>
          <a:xfrm flipH="1">
            <a:off x="7084303" y="2008493"/>
            <a:ext cx="2028" cy="332446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urved Connector 103">
            <a:extLst>
              <a:ext uri="{FF2B5EF4-FFF2-40B4-BE49-F238E27FC236}">
                <a16:creationId xmlns:a16="http://schemas.microsoft.com/office/drawing/2014/main" id="{C8B1697A-C0DA-8A42-8533-05B8B3F27014}"/>
              </a:ext>
            </a:extLst>
          </p:cNvPr>
          <p:cNvCxnSpPr>
            <a:cxnSpLocks/>
            <a:stCxn id="50" idx="0"/>
            <a:endCxn id="56" idx="0"/>
          </p:cNvCxnSpPr>
          <p:nvPr/>
        </p:nvCxnSpPr>
        <p:spPr>
          <a:xfrm rot="5400000" flipH="1" flipV="1">
            <a:off x="5502857" y="995594"/>
            <a:ext cx="11192" cy="914400"/>
          </a:xfrm>
          <a:prstGeom prst="curvedConnector3">
            <a:avLst>
              <a:gd name="adj1" fmla="val 3017843"/>
            </a:avLst>
          </a:prstGeom>
          <a:ln w="19050">
            <a:solidFill>
              <a:schemeClr val="tx1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urved Connector 111">
            <a:extLst>
              <a:ext uri="{FF2B5EF4-FFF2-40B4-BE49-F238E27FC236}">
                <a16:creationId xmlns:a16="http://schemas.microsoft.com/office/drawing/2014/main" id="{7CFD7782-F185-8643-8B39-2883BB85A747}"/>
              </a:ext>
            </a:extLst>
          </p:cNvPr>
          <p:cNvCxnSpPr>
            <a:cxnSpLocks/>
            <a:stCxn id="56" idx="0"/>
            <a:endCxn id="59" idx="0"/>
          </p:cNvCxnSpPr>
          <p:nvPr/>
        </p:nvCxnSpPr>
        <p:spPr>
          <a:xfrm rot="16200000" flipH="1">
            <a:off x="6415888" y="996963"/>
            <a:ext cx="13930" cy="914400"/>
          </a:xfrm>
          <a:prstGeom prst="curvedConnector3">
            <a:avLst>
              <a:gd name="adj1" fmla="val -2263640"/>
            </a:avLst>
          </a:prstGeom>
          <a:ln w="19050">
            <a:solidFill>
              <a:schemeClr val="tx1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7DEC3D81-5FD8-3449-80D6-74223420EFA0}"/>
              </a:ext>
            </a:extLst>
          </p:cNvPr>
          <p:cNvSpPr/>
          <p:nvPr/>
        </p:nvSpPr>
        <p:spPr>
          <a:xfrm>
            <a:off x="4614573" y="695829"/>
            <a:ext cx="2743200" cy="58002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E80D0DD4-171D-404A-9AFF-64F4339B4A75}"/>
              </a:ext>
            </a:extLst>
          </p:cNvPr>
          <p:cNvCxnSpPr>
            <a:cxnSpLocks/>
            <a:stCxn id="69" idx="2"/>
            <a:endCxn id="72" idx="0"/>
          </p:cNvCxnSpPr>
          <p:nvPr/>
        </p:nvCxnSpPr>
        <p:spPr>
          <a:xfrm>
            <a:off x="5054363" y="1815523"/>
            <a:ext cx="0" cy="9293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7085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4476</TotalTime>
  <Words>67</Words>
  <Application>Microsoft Macintosh PowerPoint</Application>
  <PresentationFormat>Widescreen</PresentationFormat>
  <Paragraphs>43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Courier</vt:lpstr>
      <vt:lpstr>Helvetica</vt:lpstr>
      <vt:lpstr>Tahoma</vt:lpstr>
      <vt:lpstr>Office Theme</vt:lpstr>
      <vt:lpstr>Zerializer Figures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 Ibanez</dc:creator>
  <cp:lastModifiedBy>Stephen Ibanez</cp:lastModifiedBy>
  <cp:revision>28</cp:revision>
  <cp:lastPrinted>2021-02-03T21:19:37Z</cp:lastPrinted>
  <dcterms:created xsi:type="dcterms:W3CDTF">2021-01-27T19:03:33Z</dcterms:created>
  <dcterms:modified xsi:type="dcterms:W3CDTF">2021-02-03T21:21:28Z</dcterms:modified>
</cp:coreProperties>
</file>